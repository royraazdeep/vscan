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836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602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68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858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26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86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49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76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00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82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751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071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Web Vulnerability Scanner using MERN Stack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t>Detection of SQL Injection, XSS, and CSRF</a:t>
            </a:r>
          </a:p>
          <a:p>
            <a:endParaRPr/>
          </a:p>
          <a:p>
            <a:r>
              <a:t>Prepared by: Raazdeep Roy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web applications are vulnerable to attacks such as:</a:t>
            </a:r>
          </a:p>
          <a:p>
            <a:pPr lvl="1"/>
            <a:r>
              <a:t>SQL Injection</a:t>
            </a:r>
          </a:p>
          <a:p>
            <a:pPr lvl="1"/>
            <a:r>
              <a:t>Cross-Site Scripting (XSS)</a:t>
            </a:r>
          </a:p>
          <a:p>
            <a:pPr lvl="1"/>
            <a:r>
              <a:t>Cross-Site Request Forgery (CSRF)</a:t>
            </a:r>
          </a:p>
          <a:p>
            <a:pPr lvl="1"/>
            <a:r>
              <a:t>Need for automated vulnerability detection tool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an automated vulnerability scanner</a:t>
            </a:r>
          </a:p>
          <a:p>
            <a:pPr lvl="1"/>
            <a:r>
              <a:t>Detect SQLi, XSS, and CSRF</a:t>
            </a:r>
          </a:p>
          <a:p>
            <a:pPr lvl="1"/>
            <a:r>
              <a:t>Provide user-friendly dashboard</a:t>
            </a:r>
          </a:p>
          <a:p>
            <a:pPr lvl="1"/>
            <a:r>
              <a:t>Store and analyze scan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React.js</a:t>
            </a:r>
          </a:p>
          <a:p>
            <a:pPr lvl="1"/>
            <a:r>
              <a:t>Backend: Node.js + Express.js</a:t>
            </a:r>
          </a:p>
          <a:p>
            <a:pPr lvl="1"/>
            <a:r>
              <a:t>Database: MongoDB</a:t>
            </a:r>
          </a:p>
          <a:p>
            <a:pPr lvl="1"/>
            <a:r>
              <a:t>Scanner Engine: Axios + Cheerio</a:t>
            </a:r>
          </a:p>
          <a:p>
            <a:pPr lvl="1"/>
            <a:r>
              <a:t>Optional: Puppeteer for dynamic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React.js – UI Dashboard</a:t>
            </a:r>
          </a:p>
          <a:p>
            <a:pPr lvl="1"/>
            <a:r>
              <a:t>Node.js – Backend runtime</a:t>
            </a:r>
          </a:p>
          <a:p>
            <a:pPr lvl="1"/>
            <a:r>
              <a:t>Express.js – REST API</a:t>
            </a:r>
          </a:p>
          <a:p>
            <a:pPr lvl="1"/>
            <a:r>
              <a:t>MongoDB – Scan result storage</a:t>
            </a:r>
          </a:p>
          <a:p>
            <a:pPr lvl="1"/>
            <a:r>
              <a:t>Axios – HTTP Requests</a:t>
            </a:r>
          </a:p>
          <a:p>
            <a:pPr lvl="1"/>
            <a:r>
              <a:t>Cheerio – HTML Parsing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Phase 1 – Form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Accept target URL</a:t>
            </a:r>
          </a:p>
          <a:p>
            <a:pPr lvl="1"/>
            <a:r>
              <a:t>Fetch HTML using Axios</a:t>
            </a:r>
          </a:p>
          <a:p>
            <a:pPr lvl="1"/>
            <a:r>
              <a:t>Parse HTML using Cheerio</a:t>
            </a:r>
          </a:p>
          <a:p>
            <a:pPr lvl="1"/>
            <a:r>
              <a:t>Extract forms and input fields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Injection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Inject SQL payloads (' OR 1=1 --)</a:t>
            </a:r>
          </a:p>
          <a:p>
            <a:pPr lvl="1"/>
            <a:r>
              <a:t>Submit form data</a:t>
            </a:r>
          </a:p>
          <a:p>
            <a:pPr lvl="1"/>
            <a:r>
              <a:t>Analyze response for SQL errors</a:t>
            </a:r>
          </a:p>
          <a:p>
            <a:pPr lvl="1"/>
            <a:r>
              <a:t>Flag vulnerability if detected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XSS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Inject &lt;script&gt;alert(1)&lt;/script&gt; payload</a:t>
            </a:r>
          </a:p>
          <a:p>
            <a:pPr lvl="1"/>
            <a:r>
              <a:t>Check if payload is reflected in response</a:t>
            </a:r>
          </a:p>
          <a:p>
            <a:pPr lvl="1"/>
            <a:r>
              <a:t>If reflected → Vulnerable to XSS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CSRF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POST forms</a:t>
            </a:r>
          </a:p>
          <a:p>
            <a:pPr lvl="1"/>
            <a:r>
              <a:t>Check for CSRF token in hidden fields</a:t>
            </a:r>
          </a:p>
          <a:p>
            <a:pPr lvl="1"/>
            <a:r>
              <a:t>If no token present → Potential vulnerability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URL</a:t>
            </a:r>
          </a:p>
          <a:p>
            <a:pPr lvl="1"/>
            <a:r>
              <a:t>Vulnerability Type</a:t>
            </a:r>
          </a:p>
          <a:p>
            <a:pPr lvl="1"/>
            <a:r>
              <a:t>Affected Parameter</a:t>
            </a:r>
          </a:p>
          <a:p>
            <a:pPr lvl="1"/>
            <a:r>
              <a:t>Severity Level</a:t>
            </a:r>
          </a:p>
          <a:p>
            <a:pPr lvl="1"/>
            <a:r>
              <a:t>Scan Timestamp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Multi-page crawling</a:t>
            </a:r>
          </a:p>
          <a:p>
            <a:pPr lvl="1"/>
            <a:r>
              <a:t>Authentication support</a:t>
            </a:r>
          </a:p>
          <a:p>
            <a:pPr lvl="1"/>
            <a:r>
              <a:t>Time-based blind SQL detection</a:t>
            </a:r>
          </a:p>
          <a:p>
            <a:pPr lvl="1"/>
            <a:r>
              <a:t>Automated PDF report generation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Paper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Halfond, Viegas, Orso (2006) – A Classification of SQL Injection Attacks and Countermeasures</a:t>
            </a:r>
          </a:p>
          <a:p>
            <a:pPr lvl="1"/>
            <a:r>
              <a:t>OWASP Top 10 (2021) – Web Application Security Risks</a:t>
            </a:r>
          </a:p>
          <a:p>
            <a:pPr lvl="1"/>
            <a:r>
              <a:t>Grossman (2007) – Cross-Site Scripting Attacks</a:t>
            </a:r>
          </a:p>
          <a:p>
            <a:pPr lvl="1"/>
            <a:r>
              <a:t>Barth, Jackson, Mitchell (2008) – Robust Defenses for CSRF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MERN-based vulnerability scanner developed</a:t>
            </a:r>
          </a:p>
          <a:p>
            <a:pPr lvl="1"/>
            <a:r>
              <a:t>Automated detection of common web attacks</a:t>
            </a:r>
          </a:p>
          <a:p>
            <a:pPr lvl="1"/>
            <a:r>
              <a:t>Scalable and extendable architecture</a:t>
            </a:r>
          </a:p>
          <a:p>
            <a:pPr lvl="1"/>
            <a:r>
              <a:t>Strong cybersecurity portfolio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4</TotalTime>
  <Words>323</Words>
  <Application>Microsoft Office PowerPoint</Application>
  <PresentationFormat>On-screen Show (4:3)</PresentationFormat>
  <Paragraphs>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Gallery</vt:lpstr>
      <vt:lpstr>Web Vulnerability Scanner using MERN Stack</vt:lpstr>
      <vt:lpstr>Problem Statement</vt:lpstr>
      <vt:lpstr>Project Objectives</vt:lpstr>
      <vt:lpstr>System Architecture</vt:lpstr>
      <vt:lpstr>Technology Stack Used</vt:lpstr>
      <vt:lpstr>Implementation Phase 1 – Form Extraction</vt:lpstr>
      <vt:lpstr>SQL Injection Detection</vt:lpstr>
      <vt:lpstr>XSS Detection</vt:lpstr>
      <vt:lpstr>CSRF Detection</vt:lpstr>
      <vt:lpstr>Database Design</vt:lpstr>
      <vt:lpstr>Advanced Enhancements</vt:lpstr>
      <vt:lpstr>Research Paper References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Raazdeep Roy</cp:lastModifiedBy>
  <cp:revision>2</cp:revision>
  <dcterms:created xsi:type="dcterms:W3CDTF">2013-01-27T09:14:16Z</dcterms:created>
  <dcterms:modified xsi:type="dcterms:W3CDTF">2026-03-01T07:16:08Z</dcterms:modified>
  <cp:category/>
</cp:coreProperties>
</file>